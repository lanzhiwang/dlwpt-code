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513" r:id="rId4"/>
    <p:sldId id="514" r:id="rId5"/>
    <p:sldId id="520" r:id="rId6"/>
    <p:sldId id="521" r:id="rId7"/>
    <p:sldId id="522" r:id="rId8"/>
    <p:sldId id="523" r:id="rId9"/>
    <p:sldId id="515" r:id="rId10"/>
    <p:sldId id="555" r:id="rId11"/>
    <p:sldId id="258" r:id="rId12"/>
    <p:sldId id="524" r:id="rId13"/>
    <p:sldId id="525" r:id="rId14"/>
    <p:sldId id="526" r:id="rId15"/>
    <p:sldId id="527" r:id="rId16"/>
    <p:sldId id="528" r:id="rId17"/>
    <p:sldId id="529" r:id="rId18"/>
    <p:sldId id="530" r:id="rId19"/>
    <p:sldId id="531" r:id="rId20"/>
    <p:sldId id="259" r:id="rId21"/>
    <p:sldId id="556" r:id="rId22"/>
    <p:sldId id="557" r:id="rId23"/>
    <p:sldId id="558" r:id="rId24"/>
    <p:sldId id="559" r:id="rId25"/>
    <p:sldId id="560" r:id="rId26"/>
    <p:sldId id="561" r:id="rId27"/>
    <p:sldId id="562" r:id="rId28"/>
    <p:sldId id="563" r:id="rId29"/>
    <p:sldId id="564" r:id="rId30"/>
    <p:sldId id="565" r:id="rId31"/>
    <p:sldId id="566" r:id="rId32"/>
    <p:sldId id="567" r:id="rId33"/>
    <p:sldId id="568" r:id="rId34"/>
    <p:sldId id="569" r:id="rId35"/>
    <p:sldId id="570" r:id="rId36"/>
    <p:sldId id="571" r:id="rId37"/>
    <p:sldId id="572" r:id="rId38"/>
    <p:sldId id="573" r:id="rId39"/>
    <p:sldId id="574" r:id="rId40"/>
    <p:sldId id="575" r:id="rId41"/>
    <p:sldId id="576" r:id="rId42"/>
    <p:sldId id="577" r:id="rId43"/>
    <p:sldId id="578" r:id="rId44"/>
    <p:sldId id="579" r:id="rId45"/>
    <p:sldId id="580" r:id="rId46"/>
    <p:sldId id="581" r:id="rId47"/>
    <p:sldId id="582" r:id="rId48"/>
    <p:sldId id="583" r:id="rId49"/>
    <p:sldId id="584" r:id="rId50"/>
    <p:sldId id="585" r:id="rId51"/>
    <p:sldId id="586" r:id="rId52"/>
    <p:sldId id="587" r:id="rId53"/>
    <p:sldId id="588" r:id="rId54"/>
    <p:sldId id="589" r:id="rId55"/>
    <p:sldId id="590" r:id="rId56"/>
    <p:sldId id="591" r:id="rId57"/>
    <p:sldId id="592" r:id="rId58"/>
    <p:sldId id="593" r:id="rId59"/>
    <p:sldId id="594" r:id="rId60"/>
    <p:sldId id="595" r:id="rId61"/>
    <p:sldId id="596" r:id="rId62"/>
    <p:sldId id="597" r:id="rId63"/>
    <p:sldId id="598" r:id="rId64"/>
    <p:sldId id="599" r:id="rId65"/>
    <p:sldId id="600" r:id="rId66"/>
    <p:sldId id="601" r:id="rId67"/>
    <p:sldId id="602" r:id="rId68"/>
    <p:sldId id="603" r:id="rId69"/>
    <p:sldId id="604" r:id="rId70"/>
    <p:sldId id="605" r:id="rId71"/>
    <p:sldId id="606" r:id="rId72"/>
    <p:sldId id="607" r:id="rId73"/>
    <p:sldId id="608" r:id="rId74"/>
    <p:sldId id="609" r:id="rId75"/>
    <p:sldId id="610" r:id="rId76"/>
    <p:sldId id="611" r:id="rId77"/>
    <p:sldId id="612" r:id="rId78"/>
    <p:sldId id="613" r:id="rId79"/>
    <p:sldId id="614" r:id="rId80"/>
    <p:sldId id="615" r:id="rId81"/>
    <p:sldId id="616" r:id="rId82"/>
    <p:sldId id="617" r:id="rId83"/>
    <p:sldId id="618" r:id="rId84"/>
    <p:sldId id="619" r:id="rId85"/>
    <p:sldId id="620" r:id="rId86"/>
    <p:sldId id="621" r:id="rId87"/>
    <p:sldId id="622" r:id="rId88"/>
    <p:sldId id="623" r:id="rId89"/>
    <p:sldId id="624" r:id="rId90"/>
    <p:sldId id="625" r:id="rId91"/>
    <p:sldId id="626" r:id="rId92"/>
    <p:sldId id="627" r:id="rId93"/>
    <p:sldId id="628" r:id="rId94"/>
    <p:sldId id="629" r:id="rId95"/>
    <p:sldId id="630" r:id="rId96"/>
    <p:sldId id="631" r:id="rId97"/>
    <p:sldId id="632" r:id="rId98"/>
    <p:sldId id="633" r:id="rId99"/>
    <p:sldId id="634" r:id="rId100"/>
    <p:sldId id="635" r:id="rId101"/>
    <p:sldId id="636" r:id="rId102"/>
    <p:sldId id="637" r:id="rId103"/>
    <p:sldId id="638" r:id="rId104"/>
    <p:sldId id="639" r:id="rId105"/>
    <p:sldId id="640" r:id="rId106"/>
    <p:sldId id="641" r:id="rId107"/>
    <p:sldId id="642" r:id="rId108"/>
    <p:sldId id="643" r:id="rId109"/>
    <p:sldId id="644" r:id="rId110"/>
    <p:sldId id="645" r:id="rId111"/>
    <p:sldId id="646" r:id="rId112"/>
    <p:sldId id="647" r:id="rId113"/>
    <p:sldId id="648" r:id="rId114"/>
    <p:sldId id="649" r:id="rId115"/>
    <p:sldId id="650" r:id="rId116"/>
    <p:sldId id="651" r:id="rId117"/>
    <p:sldId id="652" r:id="rId118"/>
    <p:sldId id="653" r:id="rId119"/>
    <p:sldId id="654" r:id="rId120"/>
    <p:sldId id="655" r:id="rId121"/>
    <p:sldId id="656" r:id="rId122"/>
    <p:sldId id="657" r:id="rId123"/>
    <p:sldId id="658" r:id="rId124"/>
    <p:sldId id="659" r:id="rId125"/>
    <p:sldId id="660" r:id="rId126"/>
    <p:sldId id="661" r:id="rId127"/>
    <p:sldId id="662" r:id="rId128"/>
    <p:sldId id="663" r:id="rId129"/>
    <p:sldId id="664" r:id="rId130"/>
    <p:sldId id="665" r:id="rId131"/>
    <p:sldId id="666" r:id="rId132"/>
    <p:sldId id="667" r:id="rId133"/>
    <p:sldId id="668" r:id="rId134"/>
    <p:sldId id="669" r:id="rId135"/>
    <p:sldId id="670" r:id="rId136"/>
    <p:sldId id="671" r:id="rId137"/>
    <p:sldId id="672" r:id="rId138"/>
    <p:sldId id="673" r:id="rId139"/>
    <p:sldId id="674" r:id="rId140"/>
    <p:sldId id="675" r:id="rId141"/>
    <p:sldId id="676" r:id="rId142"/>
    <p:sldId id="677" r:id="rId143"/>
    <p:sldId id="678" r:id="rId144"/>
    <p:sldId id="679" r:id="rId145"/>
    <p:sldId id="680" r:id="rId146"/>
    <p:sldId id="681" r:id="rId147"/>
    <p:sldId id="682" r:id="rId148"/>
    <p:sldId id="260" r:id="rId149"/>
    <p:sldId id="261" r:id="rId150"/>
    <p:sldId id="262" r:id="rId151"/>
    <p:sldId id="263" r:id="rId152"/>
    <p:sldId id="264" r:id="rId153"/>
    <p:sldId id="265" r:id="rId154"/>
    <p:sldId id="266" r:id="rId155"/>
    <p:sldId id="267" r:id="rId156"/>
    <p:sldId id="268" r:id="rId157"/>
    <p:sldId id="269" r:id="rId158"/>
    <p:sldId id="270" r:id="rId159"/>
    <p:sldId id="271" r:id="rId160"/>
    <p:sldId id="272" r:id="rId161"/>
    <p:sldId id="273" r:id="rId162"/>
    <p:sldId id="274" r:id="rId163"/>
    <p:sldId id="275" r:id="rId164"/>
    <p:sldId id="276" r:id="rId165"/>
    <p:sldId id="277" r:id="rId166"/>
    <p:sldId id="278" r:id="rId167"/>
    <p:sldId id="279" r:id="rId168"/>
    <p:sldId id="280" r:id="rId169"/>
    <p:sldId id="281" r:id="rId170"/>
    <p:sldId id="282" r:id="rId171"/>
    <p:sldId id="283" r:id="rId172"/>
    <p:sldId id="284" r:id="rId173"/>
    <p:sldId id="285" r:id="rId174"/>
    <p:sldId id="286" r:id="rId175"/>
    <p:sldId id="287" r:id="rId176"/>
    <p:sldId id="288" r:id="rId177"/>
    <p:sldId id="289" r:id="rId178"/>
    <p:sldId id="290" r:id="rId179"/>
    <p:sldId id="291" r:id="rId180"/>
    <p:sldId id="292" r:id="rId181"/>
    <p:sldId id="293" r:id="rId182"/>
    <p:sldId id="294" r:id="rId183"/>
    <p:sldId id="295" r:id="rId184"/>
    <p:sldId id="296" r:id="rId185"/>
    <p:sldId id="297" r:id="rId186"/>
    <p:sldId id="298" r:id="rId187"/>
    <p:sldId id="299" r:id="rId188"/>
    <p:sldId id="300" r:id="rId189"/>
    <p:sldId id="301" r:id="rId190"/>
    <p:sldId id="302" r:id="rId191"/>
    <p:sldId id="303" r:id="rId192"/>
    <p:sldId id="304" r:id="rId193"/>
    <p:sldId id="305" r:id="rId194"/>
    <p:sldId id="306" r:id="rId195"/>
    <p:sldId id="307" r:id="rId196"/>
    <p:sldId id="308" r:id="rId197"/>
    <p:sldId id="309" r:id="rId198"/>
    <p:sldId id="310" r:id="rId199"/>
    <p:sldId id="311" r:id="rId200"/>
    <p:sldId id="312" r:id="rId201"/>
    <p:sldId id="313" r:id="rId202"/>
    <p:sldId id="314" r:id="rId203"/>
    <p:sldId id="315" r:id="rId204"/>
    <p:sldId id="316" r:id="rId205"/>
    <p:sldId id="317" r:id="rId206"/>
    <p:sldId id="318" r:id="rId207"/>
    <p:sldId id="319" r:id="rId208"/>
    <p:sldId id="320" r:id="rId209"/>
    <p:sldId id="321" r:id="rId210"/>
    <p:sldId id="322" r:id="rId211"/>
    <p:sldId id="323" r:id="rId212"/>
    <p:sldId id="324" r:id="rId213"/>
    <p:sldId id="325" r:id="rId214"/>
    <p:sldId id="326" r:id="rId215"/>
    <p:sldId id="327" r:id="rId216"/>
    <p:sldId id="328" r:id="rId217"/>
    <p:sldId id="329" r:id="rId218"/>
    <p:sldId id="330" r:id="rId219"/>
    <p:sldId id="331" r:id="rId220"/>
    <p:sldId id="332" r:id="rId221"/>
    <p:sldId id="333" r:id="rId222"/>
    <p:sldId id="334" r:id="rId223"/>
    <p:sldId id="335" r:id="rId224"/>
    <p:sldId id="336" r:id="rId225"/>
    <p:sldId id="337" r:id="rId226"/>
    <p:sldId id="338" r:id="rId227"/>
    <p:sldId id="339" r:id="rId228"/>
    <p:sldId id="340" r:id="rId229"/>
    <p:sldId id="341" r:id="rId230"/>
    <p:sldId id="342" r:id="rId231"/>
    <p:sldId id="343" r:id="rId232"/>
    <p:sldId id="344" r:id="rId233"/>
    <p:sldId id="345" r:id="rId234"/>
    <p:sldId id="346" r:id="rId235"/>
    <p:sldId id="347" r:id="rId236"/>
    <p:sldId id="348" r:id="rId237"/>
    <p:sldId id="349" r:id="rId238"/>
    <p:sldId id="350" r:id="rId239"/>
    <p:sldId id="351" r:id="rId240"/>
    <p:sldId id="352" r:id="rId241"/>
    <p:sldId id="353" r:id="rId242"/>
    <p:sldId id="354" r:id="rId243"/>
    <p:sldId id="355" r:id="rId244"/>
    <p:sldId id="356" r:id="rId245"/>
    <p:sldId id="357" r:id="rId246"/>
    <p:sldId id="358" r:id="rId247"/>
    <p:sldId id="359" r:id="rId248"/>
    <p:sldId id="360" r:id="rId249"/>
    <p:sldId id="361" r:id="rId250"/>
    <p:sldId id="362" r:id="rId251"/>
    <p:sldId id="363" r:id="rId252"/>
    <p:sldId id="364" r:id="rId253"/>
    <p:sldId id="365" r:id="rId254"/>
    <p:sldId id="366" r:id="rId255"/>
    <p:sldId id="367" r:id="rId256"/>
    <p:sldId id="368" r:id="rId257"/>
    <p:sldId id="369" r:id="rId258"/>
    <p:sldId id="370" r:id="rId259"/>
    <p:sldId id="371" r:id="rId260"/>
    <p:sldId id="372" r:id="rId261"/>
    <p:sldId id="373" r:id="rId262"/>
    <p:sldId id="374" r:id="rId263"/>
    <p:sldId id="375" r:id="rId264"/>
    <p:sldId id="376" r:id="rId265"/>
    <p:sldId id="377" r:id="rId266"/>
    <p:sldId id="378" r:id="rId267"/>
    <p:sldId id="379" r:id="rId268"/>
    <p:sldId id="380" r:id="rId269"/>
    <p:sldId id="381" r:id="rId270"/>
    <p:sldId id="382" r:id="rId271"/>
    <p:sldId id="383" r:id="rId272"/>
    <p:sldId id="384" r:id="rId273"/>
    <p:sldId id="385" r:id="rId274"/>
    <p:sldId id="386" r:id="rId275"/>
    <p:sldId id="387" r:id="rId276"/>
    <p:sldId id="388" r:id="rId277"/>
    <p:sldId id="389" r:id="rId278"/>
    <p:sldId id="390" r:id="rId279"/>
    <p:sldId id="391" r:id="rId280"/>
    <p:sldId id="392" r:id="rId281"/>
    <p:sldId id="393" r:id="rId282"/>
    <p:sldId id="394" r:id="rId283"/>
    <p:sldId id="395" r:id="rId284"/>
    <p:sldId id="396" r:id="rId285"/>
    <p:sldId id="397" r:id="rId286"/>
    <p:sldId id="398" r:id="rId287"/>
    <p:sldId id="399" r:id="rId288"/>
    <p:sldId id="400" r:id="rId289"/>
    <p:sldId id="401" r:id="rId290"/>
    <p:sldId id="402" r:id="rId291"/>
    <p:sldId id="403" r:id="rId292"/>
    <p:sldId id="404" r:id="rId293"/>
    <p:sldId id="405" r:id="rId294"/>
    <p:sldId id="406" r:id="rId295"/>
    <p:sldId id="407" r:id="rId296"/>
    <p:sldId id="408" r:id="rId297"/>
    <p:sldId id="409" r:id="rId298"/>
    <p:sldId id="410" r:id="rId299"/>
    <p:sldId id="411" r:id="rId300"/>
    <p:sldId id="412" r:id="rId301"/>
    <p:sldId id="413" r:id="rId302"/>
    <p:sldId id="414" r:id="rId303"/>
    <p:sldId id="415" r:id="rId304"/>
    <p:sldId id="416" r:id="rId305"/>
    <p:sldId id="417" r:id="rId306"/>
    <p:sldId id="418" r:id="rId307"/>
    <p:sldId id="419" r:id="rId308"/>
    <p:sldId id="420" r:id="rId309"/>
    <p:sldId id="421" r:id="rId310"/>
    <p:sldId id="422" r:id="rId311"/>
    <p:sldId id="423" r:id="rId312"/>
    <p:sldId id="424" r:id="rId313"/>
    <p:sldId id="425" r:id="rId314"/>
    <p:sldId id="426" r:id="rId315"/>
    <p:sldId id="427" r:id="rId316"/>
    <p:sldId id="428" r:id="rId317"/>
    <p:sldId id="429" r:id="rId318"/>
    <p:sldId id="430" r:id="rId319"/>
    <p:sldId id="431" r:id="rId320"/>
    <p:sldId id="432" r:id="rId321"/>
    <p:sldId id="433" r:id="rId322"/>
    <p:sldId id="434" r:id="rId323"/>
    <p:sldId id="435" r:id="rId324"/>
    <p:sldId id="436" r:id="rId325"/>
    <p:sldId id="437" r:id="rId326"/>
    <p:sldId id="438" r:id="rId327"/>
    <p:sldId id="439" r:id="rId328"/>
    <p:sldId id="440" r:id="rId329"/>
    <p:sldId id="441" r:id="rId330"/>
    <p:sldId id="442" r:id="rId331"/>
    <p:sldId id="443" r:id="rId332"/>
    <p:sldId id="444" r:id="rId333"/>
    <p:sldId id="445" r:id="rId334"/>
    <p:sldId id="446" r:id="rId335"/>
    <p:sldId id="447" r:id="rId336"/>
    <p:sldId id="448" r:id="rId337"/>
    <p:sldId id="449" r:id="rId338"/>
    <p:sldId id="450" r:id="rId339"/>
    <p:sldId id="451" r:id="rId340"/>
    <p:sldId id="452" r:id="rId341"/>
    <p:sldId id="453" r:id="rId342"/>
    <p:sldId id="454" r:id="rId343"/>
    <p:sldId id="455" r:id="rId344"/>
    <p:sldId id="456" r:id="rId345"/>
    <p:sldId id="457" r:id="rId346"/>
    <p:sldId id="458" r:id="rId347"/>
    <p:sldId id="459" r:id="rId348"/>
    <p:sldId id="460" r:id="rId349"/>
    <p:sldId id="461" r:id="rId350"/>
    <p:sldId id="462" r:id="rId351"/>
    <p:sldId id="463" r:id="rId352"/>
    <p:sldId id="464" r:id="rId353"/>
    <p:sldId id="465" r:id="rId354"/>
    <p:sldId id="466" r:id="rId355"/>
    <p:sldId id="467" r:id="rId356"/>
    <p:sldId id="468" r:id="rId357"/>
    <p:sldId id="469" r:id="rId358"/>
    <p:sldId id="470" r:id="rId359"/>
    <p:sldId id="471" r:id="rId360"/>
    <p:sldId id="472" r:id="rId361"/>
    <p:sldId id="473" r:id="rId362"/>
    <p:sldId id="474" r:id="rId363"/>
    <p:sldId id="475" r:id="rId364"/>
    <p:sldId id="476" r:id="rId365"/>
    <p:sldId id="477" r:id="rId366"/>
    <p:sldId id="478" r:id="rId367"/>
    <p:sldId id="479" r:id="rId368"/>
    <p:sldId id="480" r:id="rId369"/>
    <p:sldId id="481" r:id="rId370"/>
    <p:sldId id="482" r:id="rId371"/>
    <p:sldId id="483" r:id="rId372"/>
    <p:sldId id="484" r:id="rId373"/>
    <p:sldId id="485" r:id="rId374"/>
    <p:sldId id="486" r:id="rId375"/>
    <p:sldId id="487" r:id="rId376"/>
    <p:sldId id="488" r:id="rId377"/>
    <p:sldId id="489" r:id="rId378"/>
    <p:sldId id="490" r:id="rId379"/>
    <p:sldId id="491" r:id="rId380"/>
    <p:sldId id="492" r:id="rId381"/>
    <p:sldId id="493" r:id="rId382"/>
    <p:sldId id="494" r:id="rId383"/>
    <p:sldId id="495" r:id="rId384"/>
    <p:sldId id="496" r:id="rId385"/>
    <p:sldId id="497" r:id="rId386"/>
    <p:sldId id="498" r:id="rId387"/>
    <p:sldId id="499" r:id="rId388"/>
    <p:sldId id="500" r:id="rId389"/>
    <p:sldId id="501" r:id="rId390"/>
    <p:sldId id="502" r:id="rId391"/>
    <p:sldId id="503" r:id="rId392"/>
    <p:sldId id="504" r:id="rId393"/>
    <p:sldId id="505" r:id="rId394"/>
    <p:sldId id="506" r:id="rId395"/>
    <p:sldId id="507" r:id="rId396"/>
    <p:sldId id="508" r:id="rId397"/>
    <p:sldId id="509" r:id="rId398"/>
    <p:sldId id="510" r:id="rId399"/>
    <p:sldId id="511" r:id="rId400"/>
    <p:sldId id="512" r:id="rId40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/>
    <p:restoredTop sz="94590"/>
  </p:normalViewPr>
  <p:slideViewPr>
    <p:cSldViewPr snapToGrid="0" snapToObjects="1">
      <p:cViewPr varScale="1">
        <p:scale>
          <a:sx n="137" d="100"/>
          <a:sy n="137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366" Type="http://schemas.openxmlformats.org/officeDocument/2006/relationships/slide" Target="slides/slide365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377" Type="http://schemas.openxmlformats.org/officeDocument/2006/relationships/slide" Target="slides/slide376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402" Type="http://schemas.openxmlformats.org/officeDocument/2006/relationships/presProps" Target="presProps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46" Type="http://schemas.openxmlformats.org/officeDocument/2006/relationships/slide" Target="slides/slide345.xml"/><Relationship Id="rId388" Type="http://schemas.openxmlformats.org/officeDocument/2006/relationships/slide" Target="slides/slide387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399" Type="http://schemas.openxmlformats.org/officeDocument/2006/relationships/slide" Target="slides/slide398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390" Type="http://schemas.openxmlformats.org/officeDocument/2006/relationships/slide" Target="slides/slide389.xml"/><Relationship Id="rId404" Type="http://schemas.openxmlformats.org/officeDocument/2006/relationships/theme" Target="theme/theme1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152" Type="http://schemas.openxmlformats.org/officeDocument/2006/relationships/slide" Target="slides/slide15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56" Type="http://schemas.openxmlformats.org/officeDocument/2006/relationships/slide" Target="slides/slide55.xml"/><Relationship Id="rId317" Type="http://schemas.openxmlformats.org/officeDocument/2006/relationships/slide" Target="slides/slide316.xml"/><Relationship Id="rId359" Type="http://schemas.openxmlformats.org/officeDocument/2006/relationships/slide" Target="slides/slide358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63" Type="http://schemas.openxmlformats.org/officeDocument/2006/relationships/slide" Target="slides/slide162.xml"/><Relationship Id="rId219" Type="http://schemas.openxmlformats.org/officeDocument/2006/relationships/slide" Target="slides/slide218.xml"/><Relationship Id="rId370" Type="http://schemas.openxmlformats.org/officeDocument/2006/relationships/slide" Target="slides/slide369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328" Type="http://schemas.openxmlformats.org/officeDocument/2006/relationships/slide" Target="slides/slide327.xml"/><Relationship Id="rId132" Type="http://schemas.openxmlformats.org/officeDocument/2006/relationships/slide" Target="slides/slide131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241" Type="http://schemas.openxmlformats.org/officeDocument/2006/relationships/slide" Target="slides/slide240.xml"/><Relationship Id="rId36" Type="http://schemas.openxmlformats.org/officeDocument/2006/relationships/slide" Target="slides/slide35.xml"/><Relationship Id="rId283" Type="http://schemas.openxmlformats.org/officeDocument/2006/relationships/slide" Target="slides/slide282.xml"/><Relationship Id="rId339" Type="http://schemas.openxmlformats.org/officeDocument/2006/relationships/slide" Target="slides/slide338.xml"/><Relationship Id="rId78" Type="http://schemas.openxmlformats.org/officeDocument/2006/relationships/slide" Target="slides/slide77.xml"/><Relationship Id="rId101" Type="http://schemas.openxmlformats.org/officeDocument/2006/relationships/slide" Target="slides/slide100.xml"/><Relationship Id="rId143" Type="http://schemas.openxmlformats.org/officeDocument/2006/relationships/slide" Target="slides/slide142.xml"/><Relationship Id="rId185" Type="http://schemas.openxmlformats.org/officeDocument/2006/relationships/slide" Target="slides/slide184.xml"/><Relationship Id="rId350" Type="http://schemas.openxmlformats.org/officeDocument/2006/relationships/slide" Target="slides/slide349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392" Type="http://schemas.openxmlformats.org/officeDocument/2006/relationships/slide" Target="slides/slide391.xml"/><Relationship Id="rId252" Type="http://schemas.openxmlformats.org/officeDocument/2006/relationships/slide" Target="slides/slide251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47" Type="http://schemas.openxmlformats.org/officeDocument/2006/relationships/slide" Target="slides/slide46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196" Type="http://schemas.openxmlformats.org/officeDocument/2006/relationships/slide" Target="slides/slide195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63" Type="http://schemas.openxmlformats.org/officeDocument/2006/relationships/slide" Target="slides/slide262.xml"/><Relationship Id="rId319" Type="http://schemas.openxmlformats.org/officeDocument/2006/relationships/slide" Target="slides/slide318.xml"/><Relationship Id="rId58" Type="http://schemas.openxmlformats.org/officeDocument/2006/relationships/slide" Target="slides/slide57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slide" Target="slides/slide340.xml"/><Relationship Id="rId362" Type="http://schemas.openxmlformats.org/officeDocument/2006/relationships/slide" Target="slides/slide361.xml"/><Relationship Id="rId383" Type="http://schemas.openxmlformats.org/officeDocument/2006/relationships/slide" Target="slides/slide382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352" Type="http://schemas.openxmlformats.org/officeDocument/2006/relationships/slide" Target="slides/slide351.xml"/><Relationship Id="rId373" Type="http://schemas.openxmlformats.org/officeDocument/2006/relationships/slide" Target="slides/slide372.xml"/><Relationship Id="rId394" Type="http://schemas.openxmlformats.org/officeDocument/2006/relationships/slide" Target="slides/slide393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slide" Target="slides/slide341.xml"/><Relationship Id="rId363" Type="http://schemas.openxmlformats.org/officeDocument/2006/relationships/slide" Target="slides/slide362.xml"/><Relationship Id="rId384" Type="http://schemas.openxmlformats.org/officeDocument/2006/relationships/slide" Target="slides/slide383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353" Type="http://schemas.openxmlformats.org/officeDocument/2006/relationships/slide" Target="slides/slide352.xml"/><Relationship Id="rId374" Type="http://schemas.openxmlformats.org/officeDocument/2006/relationships/slide" Target="slides/slide373.xml"/><Relationship Id="rId395" Type="http://schemas.openxmlformats.org/officeDocument/2006/relationships/slide" Target="slides/slide394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slide" Target="slides/slide342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385" Type="http://schemas.openxmlformats.org/officeDocument/2006/relationships/slide" Target="slides/slide384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75" Type="http://schemas.openxmlformats.org/officeDocument/2006/relationships/slide" Target="slides/slide374.xml"/><Relationship Id="rId396" Type="http://schemas.openxmlformats.org/officeDocument/2006/relationships/slide" Target="slides/slide395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400" Type="http://schemas.openxmlformats.org/officeDocument/2006/relationships/slide" Target="slides/slide399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slide" Target="slides/slide34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65" Type="http://schemas.openxmlformats.org/officeDocument/2006/relationships/slide" Target="slides/slide364.xml"/><Relationship Id="rId386" Type="http://schemas.openxmlformats.org/officeDocument/2006/relationships/slide" Target="slides/slide385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55" Type="http://schemas.openxmlformats.org/officeDocument/2006/relationships/slide" Target="slides/slide354.xml"/><Relationship Id="rId376" Type="http://schemas.openxmlformats.org/officeDocument/2006/relationships/slide" Target="slides/slide375.xml"/><Relationship Id="rId397" Type="http://schemas.openxmlformats.org/officeDocument/2006/relationships/slide" Target="slides/slide396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slide" Target="slides/slide386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398" Type="http://schemas.openxmlformats.org/officeDocument/2006/relationships/slide" Target="slides/slide397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slide" Target="slides/slide366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378" Type="http://schemas.openxmlformats.org/officeDocument/2006/relationships/slide" Target="slides/slide377.xml"/><Relationship Id="rId403" Type="http://schemas.openxmlformats.org/officeDocument/2006/relationships/viewProps" Target="viewProps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slide" Target="slides/slide368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240" Type="http://schemas.openxmlformats.org/officeDocument/2006/relationships/slide" Target="slides/slide239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tableStyles" Target="tableStyles.xml"/><Relationship Id="rId251" Type="http://schemas.openxmlformats.org/officeDocument/2006/relationships/slide" Target="slides/slide250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220" Type="http://schemas.openxmlformats.org/officeDocument/2006/relationships/slide" Target="slides/slide219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242" Type="http://schemas.openxmlformats.org/officeDocument/2006/relationships/slide" Target="slides/slide241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93" Type="http://schemas.openxmlformats.org/officeDocument/2006/relationships/slide" Target="slides/slide3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5A251-6DAA-ED67-4048-9E3851C79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5937AA-A83D-AFC4-4BF2-B4579A2A8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56A96-2267-05AB-CA69-8FCE1A08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9F88E4-0FD5-F899-FE35-518D06EA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88886F-0643-201E-EF30-431C1DD1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190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6E3AA-B26F-68BC-502F-6F44CB0B6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CB42E1-1D29-8D03-ABB8-808525E5D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AA152D-FA55-6C9E-4159-228D69D1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E17AE8-4A31-C3C0-A360-EAFFE6BF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29D73-2A71-157D-915C-CFB9B0AD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0372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BC2ABF-7F58-3406-C38C-1C626FB7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CE1450-3ED8-692F-EEBF-F0869C20F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D20A7E-7428-B72C-24B1-E802D7093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36C84F-0910-2529-3A72-3F66314C6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47E3D6-682B-B453-06F7-96F2C1D0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70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12D31-1CDE-8CB8-AC5E-1B7364E4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32FCE3-A66A-2ABF-5B4D-40DD0B4B9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0DF918-D1AA-8406-8299-0EBFE9E36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F8A26E-E5D6-B899-9167-CB4C5139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197358-4DCB-A058-10A4-6A4A3151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681263-0ED6-C4D3-5348-2A452958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1507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70AAF-0B5E-9C7C-97FC-C190E46A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6F0549-043A-FFFC-69A6-5F028D009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55E00D-88FB-6753-147E-8BD00E170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8E0B08-8678-9D7D-8674-B9EA03BDE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3793F3-6A3B-D510-F0A1-FCEEF6D5A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1815BE-0380-7306-9050-93EB9395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1C2678-DF2B-41C8-0BE3-8C3B9D71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327BD5-649B-5564-CBE2-D5CEF5C9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346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8E58E3-50E5-246A-3802-52321E25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77E13B-34AF-32DD-F83D-14F2B25F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D0A6CD-F297-334C-DB18-47E4CC4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15C5A3-A1D0-DD4E-0D1B-04D12B60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277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C26F89-0BFA-4DB6-7185-A7B811FF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8E6A03-E7FD-3765-6481-491FA9B9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D2E382-DD00-39C7-580A-6578D43F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310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6E445-8FB8-17C1-A8F5-99FCBCA4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EFD2EA-2002-D1A1-815B-4DC511684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851B04-485F-AABF-5B71-0296836D1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3902D8-2F63-121D-18D8-02C1D0B5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5C2558-1DEF-D654-50F5-5CD1E88A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0F4696-3B3C-5875-ED11-6318440C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473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AB736-3007-A867-0270-419EB90C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7FD169-709C-6FAB-792D-4CF329F16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EDA022-83C8-76D7-D949-C630786AB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7C96C9-538C-731E-9D03-3DC6F01D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FDC74D-82C4-0BA8-6DF0-382E5DAF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8268CA-A46C-7956-E599-90BE9BD6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90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CF666-FA5E-3D34-CAF5-5A5E0AAD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EAEAF-A689-2639-C957-49E665064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4579B0-B4F3-4BF1-84BD-1651E442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AA568F-F99E-5123-58A1-DE227D8E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95A214-1D78-E081-5E6C-2E5B6884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6940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74BF6C1-9B93-E3D5-AAE0-445DE78C1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853FCC-B6C6-7FC8-DB46-623D8191A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3441E-385C-DD85-1B8F-38B3859F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D3997-FAFA-8A8B-97EA-1C248291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619D66-0D54-B390-052B-15FE4DB7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588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924F04-23C1-40E5-DC4A-8D6ECAF5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CB5C01-A389-BFD3-68DB-664617844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C9EB06-64E1-3E3E-4994-1D3E2B959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28029-5BCD-644F-84FB-ABBCF68A7046}" type="datetimeFigureOut">
              <a:rPr kumimoji="1" lang="zh-CN" altLang="en-US" smtClean="0"/>
              <a:t>2025/2/15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979290-7491-088D-23E6-8DA4017E9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A49D96-7D5E-591F-6D7D-D6EC97EBF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CF16B-7769-F646-8C50-F185F79318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21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086B7-2C1A-5DCD-E4C5-7F495FFA77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err="1"/>
              <a:t>PyTorch</a:t>
            </a:r>
            <a:r>
              <a:rPr kumimoji="1" lang="zh-CN" altLang="en-US" dirty="0"/>
              <a:t> 深度学习实战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510214-9A4A-0150-FFD1-802DC016A5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胡志</a:t>
            </a:r>
          </a:p>
        </p:txBody>
      </p:sp>
    </p:spTree>
    <p:extLst>
      <p:ext uri="{BB962C8B-B14F-4D97-AF65-F5344CB8AC3E}">
        <p14:creationId xmlns:p14="http://schemas.microsoft.com/office/powerpoint/2010/main" val="1059680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章 深度学习和 </a:t>
            </a:r>
            <a:r>
              <a:rPr kumimoji="1" lang="en" altLang="zh-CN" dirty="0" err="1"/>
              <a:t>PyTorch</a:t>
            </a:r>
            <a:r>
              <a:rPr kumimoji="1" lang="en" altLang="zh-CN" dirty="0"/>
              <a:t> </a:t>
            </a:r>
            <a:r>
              <a:rPr kumimoji="1" lang="zh-CN" altLang="en-US" dirty="0"/>
              <a:t>库简介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88F94B-2696-7453-CADF-D289FEEE7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1508542"/>
            <a:ext cx="7390204" cy="50228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1F528B-D891-C453-3E41-82E1172CD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170" y="2155370"/>
            <a:ext cx="4418855" cy="28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2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章 深度学习和 </a:t>
            </a:r>
            <a:r>
              <a:rPr kumimoji="1" lang="en" altLang="zh-CN" dirty="0" err="1"/>
              <a:t>PyTorch</a:t>
            </a:r>
            <a:r>
              <a:rPr kumimoji="1" lang="en" altLang="zh-CN" dirty="0"/>
              <a:t> </a:t>
            </a:r>
            <a:r>
              <a:rPr kumimoji="1" lang="zh-CN" altLang="en-US" dirty="0"/>
              <a:t>库简介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01DD21-FF2C-E08A-ED31-E32D3836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11" y="1573337"/>
            <a:ext cx="11585510" cy="501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6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章 深度学习和 </a:t>
            </a:r>
            <a:r>
              <a:rPr kumimoji="1" lang="en" altLang="zh-CN" dirty="0" err="1"/>
              <a:t>PyTorch</a:t>
            </a:r>
            <a:r>
              <a:rPr kumimoji="1" lang="en" altLang="zh-CN" dirty="0"/>
              <a:t> </a:t>
            </a:r>
            <a:r>
              <a:rPr kumimoji="1" lang="zh-CN" altLang="en-US" dirty="0"/>
              <a:t>库简介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3C4131-2FA4-8A73-A70D-6B8917072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5" y="1634810"/>
            <a:ext cx="6827141" cy="47939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0129174-1D23-75AC-AADA-E3B1952FA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562" y="1997631"/>
            <a:ext cx="4888567" cy="9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章 深度学习和 </a:t>
            </a:r>
            <a:r>
              <a:rPr kumimoji="1" lang="en" altLang="zh-CN" dirty="0" err="1"/>
              <a:t>PyTorch</a:t>
            </a:r>
            <a:r>
              <a:rPr kumimoji="1" lang="en" altLang="zh-CN" dirty="0"/>
              <a:t> </a:t>
            </a:r>
            <a:r>
              <a:rPr kumimoji="1" lang="zh-CN" altLang="en-US" dirty="0"/>
              <a:t>库简介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3C4131-2FA4-8A73-A70D-6B8917072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49" y="1756108"/>
            <a:ext cx="6827141" cy="47939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1C62809-B4D0-D7D7-4679-06D9E612D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398" y="1782145"/>
            <a:ext cx="4776965" cy="390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5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章 深度学习和 </a:t>
            </a:r>
            <a:r>
              <a:rPr kumimoji="1" lang="en" altLang="zh-CN" dirty="0" err="1"/>
              <a:t>PyTorch</a:t>
            </a:r>
            <a:r>
              <a:rPr kumimoji="1" lang="en" altLang="zh-CN" dirty="0"/>
              <a:t> </a:t>
            </a:r>
            <a:r>
              <a:rPr kumimoji="1" lang="zh-CN" altLang="en-US" dirty="0"/>
              <a:t>库简介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3C4131-2FA4-8A73-A70D-6B8917072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" y="1700124"/>
            <a:ext cx="6827141" cy="47939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945110F-2116-BA5B-FAEF-6CC5D41E7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991" y="1891813"/>
            <a:ext cx="5249427" cy="15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2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章 深度学习和 </a:t>
            </a:r>
            <a:r>
              <a:rPr kumimoji="1" lang="en" altLang="zh-CN" dirty="0" err="1"/>
              <a:t>PyTorch</a:t>
            </a:r>
            <a:r>
              <a:rPr kumimoji="1" lang="en" altLang="zh-CN" dirty="0"/>
              <a:t> </a:t>
            </a:r>
            <a:r>
              <a:rPr kumimoji="1" lang="zh-CN" altLang="en-US" dirty="0"/>
              <a:t>库简介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3C4131-2FA4-8A73-A70D-6B8917072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" y="1737447"/>
            <a:ext cx="6827141" cy="47939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15EC43D-EEAF-353E-008C-6A6DED2CC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405" y="2269048"/>
            <a:ext cx="5483289" cy="64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05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章 深度学习和 </a:t>
            </a:r>
            <a:r>
              <a:rPr kumimoji="1" lang="en" altLang="zh-CN" dirty="0" err="1"/>
              <a:t>PyTorch</a:t>
            </a:r>
            <a:r>
              <a:rPr kumimoji="1" lang="en" altLang="zh-CN" dirty="0"/>
              <a:t> </a:t>
            </a:r>
            <a:r>
              <a:rPr kumimoji="1" lang="zh-CN" altLang="en-US" dirty="0"/>
              <a:t>库简介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3C4131-2FA4-8A73-A70D-6B8917072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19" y="1728117"/>
            <a:ext cx="6827141" cy="47939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AC51AEC-0A2F-63E1-B3FC-F98990A2D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828" y="1847461"/>
            <a:ext cx="5170866" cy="15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9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章 深度学习和 </a:t>
            </a:r>
            <a:r>
              <a:rPr kumimoji="1" lang="en" altLang="zh-CN" dirty="0" err="1"/>
              <a:t>PyTorch</a:t>
            </a:r>
            <a:r>
              <a:rPr kumimoji="1" lang="en" altLang="zh-CN" dirty="0"/>
              <a:t> </a:t>
            </a:r>
            <a:r>
              <a:rPr kumimoji="1" lang="zh-CN" altLang="en-US" dirty="0"/>
              <a:t>库简介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BA48C82-563A-2E32-72D6-B5736C6F9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116914"/>
              </p:ext>
            </p:extLst>
          </p:nvPr>
        </p:nvGraphicFramePr>
        <p:xfrm>
          <a:off x="930489" y="1937248"/>
          <a:ext cx="7597691" cy="2834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7597691">
                  <a:extLst>
                    <a:ext uri="{9D8B030D-6E8A-4147-A177-3AD203B41FA5}">
                      <a16:colId xmlns:a16="http://schemas.microsoft.com/office/drawing/2014/main" val="4223992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baseline="0" dirty="0">
                          <a:solidFill>
                            <a:schemeClr val="tx1"/>
                          </a:solidFill>
                        </a:rPr>
                        <a:t>Note:</a:t>
                      </a:r>
                    </a:p>
                    <a:p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$ docker run -</a:t>
                      </a:r>
                      <a:r>
                        <a:rPr lang="en" altLang="zh-CN" b="0" baseline="0" dirty="0" err="1">
                          <a:solidFill>
                            <a:schemeClr val="tx1"/>
                          </a:solidFill>
                        </a:rPr>
                        <a:t>ti</a:t>
                      </a:r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 --rm </a:t>
                      </a:r>
                      <a:r>
                        <a:rPr lang="en" altLang="zh-CN" b="0" baseline="0" dirty="0" err="1">
                          <a:solidFill>
                            <a:schemeClr val="tx1"/>
                          </a:solidFill>
                        </a:rPr>
                        <a:t>pytorch</a:t>
                      </a:r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/pytorch:2.6.0-cuda12.6-cudnn9-devel bash</a:t>
                      </a:r>
                    </a:p>
                    <a:p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$ docker run -</a:t>
                      </a:r>
                      <a:r>
                        <a:rPr lang="en" altLang="zh-CN" b="0" baseline="0" dirty="0" err="1">
                          <a:solidFill>
                            <a:schemeClr val="tx1"/>
                          </a:solidFill>
                        </a:rPr>
                        <a:t>ti</a:t>
                      </a:r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 --rm </a:t>
                      </a:r>
                      <a:r>
                        <a:rPr lang="en" altLang="zh-CN" b="0" baseline="0" dirty="0" err="1">
                          <a:solidFill>
                            <a:schemeClr val="tx1"/>
                          </a:solidFill>
                        </a:rPr>
                        <a:t>pytorch</a:t>
                      </a:r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/pytorch:2.2.2-cuda12.1-cudnn8-devel bash</a:t>
                      </a:r>
                    </a:p>
                    <a:p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&gt;&gt;&gt; </a:t>
                      </a:r>
                      <a:r>
                        <a:rPr lang="en" altLang="zh-CN" b="0" baseline="0" dirty="0" err="1">
                          <a:solidFill>
                            <a:schemeClr val="tx1"/>
                          </a:solidFill>
                        </a:rPr>
                        <a:t>torch.__version</a:t>
                      </a:r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__</a:t>
                      </a:r>
                    </a:p>
                    <a:p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'2.6.0+cu126'</a:t>
                      </a:r>
                    </a:p>
                    <a:p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&gt;&gt;&gt; </a:t>
                      </a:r>
                      <a:r>
                        <a:rPr lang="en" altLang="zh-CN" b="0" baseline="0" dirty="0" err="1">
                          <a:solidFill>
                            <a:schemeClr val="tx1"/>
                          </a:solidFill>
                        </a:rPr>
                        <a:t>torch.version.__version</a:t>
                      </a:r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__</a:t>
                      </a:r>
                    </a:p>
                    <a:p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'2.6.0+cu126'</a:t>
                      </a:r>
                    </a:p>
                    <a:p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&gt;&gt;&gt; </a:t>
                      </a:r>
                      <a:r>
                        <a:rPr lang="en" altLang="zh-CN" b="0" baseline="0" dirty="0" err="1">
                          <a:solidFill>
                            <a:schemeClr val="tx1"/>
                          </a:solidFill>
                        </a:rPr>
                        <a:t>torch.cuda.is_available</a:t>
                      </a:r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  <a:p>
                      <a:r>
                        <a:rPr lang="en" altLang="zh-CN" b="0" baseline="0" dirty="0">
                          <a:solidFill>
                            <a:schemeClr val="tx1"/>
                          </a:solidFill>
                        </a:rPr>
                        <a:t>&gt;&gt;&gt;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3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176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章 深度学习和 </a:t>
            </a:r>
            <a:r>
              <a:rPr kumimoji="1" lang="en" altLang="zh-CN" dirty="0" err="1"/>
              <a:t>PyTorch</a:t>
            </a:r>
            <a:r>
              <a:rPr kumimoji="1" lang="en" altLang="zh-CN" dirty="0"/>
              <a:t> </a:t>
            </a:r>
            <a:r>
              <a:rPr kumimoji="1" lang="zh-CN" altLang="en-US" dirty="0"/>
              <a:t>库简介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2F13FA-C5D1-8AED-B87E-2CF16129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49" y="1905744"/>
            <a:ext cx="10792408" cy="367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1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章 预训练网络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C7593E-1742-888D-4213-358B616B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99" y="1906541"/>
            <a:ext cx="11314922" cy="415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41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章 预训练网络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286801-7F9F-529A-B6D3-0FFEB572B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67" y="1395520"/>
            <a:ext cx="4929809" cy="535984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1E075E3-3B31-387B-23BB-C72DF1226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437" y="307910"/>
            <a:ext cx="6302587" cy="639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96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章 预训练网络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E93145-71C9-A878-DB33-98263905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73" y="1444518"/>
            <a:ext cx="9878008" cy="525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42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章 预训练网络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0E0F96-0329-0E20-6C6C-7CBDC029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861" y="1508121"/>
            <a:ext cx="6365692" cy="515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83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章 预训练网络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D8125A-7B41-CFD4-BB1E-8BC70B456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31" y="1427840"/>
            <a:ext cx="5724728" cy="533685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A91CA5F-0708-AFEC-4ADD-F127DE39C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578" y="1539550"/>
            <a:ext cx="5407483" cy="406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73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章 预训练网络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610605-85ED-DDB3-B62E-463EA478F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662" y="1365407"/>
            <a:ext cx="6789542" cy="540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44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章 预训练网络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F1810F-D72C-7FBF-3913-48DF7442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716" y="1017036"/>
            <a:ext cx="4755970" cy="50851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9912952-77B4-1784-37EB-E55BC6B4B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1" y="1576872"/>
            <a:ext cx="7234070" cy="44973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76DC2B-B5F6-805B-E3AD-75AA21A82FB7}"/>
              </a:ext>
            </a:extLst>
          </p:cNvPr>
          <p:cNvSpPr txBox="1"/>
          <p:nvPr/>
        </p:nvSpPr>
        <p:spPr>
          <a:xfrm>
            <a:off x="6204857" y="6118362"/>
            <a:ext cx="5740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karpathy</a:t>
            </a:r>
            <a:r>
              <a:rPr kumimoji="1" lang="en" altLang="zh-CN" dirty="0"/>
              <a:t>/neuraltalk2</a:t>
            </a:r>
          </a:p>
          <a:p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ruotianluo</a:t>
            </a:r>
            <a:r>
              <a:rPr kumimoji="1" lang="en" altLang="zh-CN" dirty="0"/>
              <a:t>/</a:t>
            </a:r>
            <a:r>
              <a:rPr kumimoji="1" lang="en" altLang="zh-CN" dirty="0" err="1"/>
              <a:t>ImageCaptioning.pytorch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1409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章 预训练网络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8FD845-B067-1D40-5C1E-260D9AD2B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518" y="177885"/>
            <a:ext cx="5299788" cy="655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89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章 预训练网络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75C83B-C8D9-4BA1-D37E-91CFD7AC4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76" y="1692650"/>
            <a:ext cx="10279224" cy="477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39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165124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827983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875556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722950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524508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039407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879833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499243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20428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028635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291683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88085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102828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362549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963749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403424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7044634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044753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184991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2928191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42042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8857376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990274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6794094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28000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8866587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4574020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683105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2349171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7387311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0573262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9740523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5806276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6903884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9337077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0376541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6656472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388882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9098692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3430253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8829810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5026750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8291230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0884380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4146138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1333786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2929259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2366889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0778173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8497641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3836530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0164209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4566318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981552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4385270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5916008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9722282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53841616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7530873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0604939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496283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3546355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2328142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1389928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2205337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8638777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8374824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2125594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7103979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5664245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5779572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6701375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19360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83340681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7237090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154744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08294161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19791029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28952602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86173389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95634745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83389689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39763415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56611349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43202674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84647794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7649175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94390527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36052493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21156189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73723635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2859471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84223644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1097083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4586723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42199733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95469903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8943368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4106891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74899004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60253509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82116367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90140922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58166094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61920757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80770274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97163518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17522946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64786968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17503020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92852897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18936971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15038257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20793827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07113633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17299187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81039855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4822971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73885479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26245203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49146273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09644798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37850044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15456519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404307816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71247618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152696093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章 从张量开始</a:t>
            </a:r>
          </a:p>
        </p:txBody>
      </p:sp>
    </p:spTree>
    <p:extLst>
      <p:ext uri="{BB962C8B-B14F-4D97-AF65-F5344CB8AC3E}">
        <p14:creationId xmlns:p14="http://schemas.microsoft.com/office/powerpoint/2010/main" val="34354900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378742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57245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501838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396969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67768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50585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781539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076801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726901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213145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852596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465102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9534111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27063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430435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902750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708304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550310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177639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232033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989060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22194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169540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726029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492078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98887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61175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4624304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82366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183215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371561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191834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388525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2505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568786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228776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232099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603609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4858112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88424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331717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640924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5257628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8311790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8865511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170523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504892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29648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448742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206214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9180197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062947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6386155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494617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952477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1548107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407089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24108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3246201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534296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690364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238247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753401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056630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004467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0673728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8752089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4306333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1886752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1791018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9223156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822538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3052890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8698814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6877337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346228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8427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4872289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0899406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2828985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7369335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943974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9575852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702172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8065007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2182234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0725508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5633676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0522739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2611220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8369890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8589153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1156769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4564754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3288631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9569134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3773815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190992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3152167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424899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1597473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7417801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358253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6000770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032241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755778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6168098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1936610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3082245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4099201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7835870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2060571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2841796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7561301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9956150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1107706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606201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7848835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4041972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5921334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718487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1493536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5348699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2252799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496406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9718482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7528667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8239821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551205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1586380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9495974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1877005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6568496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7177401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8657418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7038320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5098127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8161623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4877864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476732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2372220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2949582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1623809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1953520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5999984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3464555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2986145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3114348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816727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5804803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3575071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6409034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9209808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1209984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6614907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3763714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2080715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2635124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3780349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6676113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0329388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5990946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7654222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8156448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3606977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310438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2575194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6838903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5505930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5061716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9488658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2130011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6566086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7134262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751450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8851840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531949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3391449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7924477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4735521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0172423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8389298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2948997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5949762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4310465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5246475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909339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5252481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1572390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7103477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901737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1904639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5686459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7331412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7597934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8287715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8502881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499096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1615638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9963755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9509670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2806963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8399447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9910502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1635264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2904678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5373550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2301216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6722346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4485626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7010794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2557896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6552240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9701513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8111396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2427789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6140470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432081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0383311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946647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8034489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019205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3994861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1112681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6919518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9153963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2196805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768736"/>
      </p:ext>
    </p:extLst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9896492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6828619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8375865"/>
      </p:ext>
    </p:extLst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6530657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8108002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5485511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4597238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2701552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8836310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0158305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4685217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5083913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9533902"/>
      </p:ext>
    </p:extLst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7314199"/>
      </p:ext>
    </p:extLst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6882395"/>
      </p:ext>
    </p:extLst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2607469"/>
      </p:ext>
    </p:extLst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0497536"/>
      </p:ext>
    </p:extLst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4013172"/>
      </p:ext>
    </p:extLst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0245890"/>
      </p:ext>
    </p:extLst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3598023"/>
      </p:ext>
    </p:extLst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8363685"/>
      </p:ext>
    </p:extLst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7065926"/>
      </p:ext>
    </p:extLst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4539086"/>
      </p:ext>
    </p:extLst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2488827"/>
      </p:ext>
    </p:extLst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669BF-B0ED-EE52-FCFC-F2C3CB9D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8226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1116</Words>
  <Application>Microsoft Macintosh PowerPoint</Application>
  <PresentationFormat>宽屏</PresentationFormat>
  <Paragraphs>160</Paragraphs>
  <Slides>400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400</vt:i4>
      </vt:variant>
    </vt:vector>
  </HeadingPairs>
  <TitlesOfParts>
    <vt:vector size="404" baseType="lpstr">
      <vt:lpstr>等线</vt:lpstr>
      <vt:lpstr>等线 Light</vt:lpstr>
      <vt:lpstr>Arial</vt:lpstr>
      <vt:lpstr>Office 主题​​</vt:lpstr>
      <vt:lpstr>PyTorch 深度学习实战</vt:lpstr>
      <vt:lpstr>第 1 章 深度学习和 PyTorch 库简介</vt:lpstr>
      <vt:lpstr>第 1 章 深度学习和 PyTorch 库简介</vt:lpstr>
      <vt:lpstr>第 1 章 深度学习和 PyTorch 库简介</vt:lpstr>
      <vt:lpstr>第 1 章 深度学习和 PyTorch 库简介</vt:lpstr>
      <vt:lpstr>第 1 章 深度学习和 PyTorch 库简介</vt:lpstr>
      <vt:lpstr>第 1 章 深度学习和 PyTorch 库简介</vt:lpstr>
      <vt:lpstr>第 1 章 深度学习和 PyTorch 库简介</vt:lpstr>
      <vt:lpstr>第 1 章 深度学习和 PyTorch 库简介</vt:lpstr>
      <vt:lpstr>第 1 章 深度学习和 PyTorch 库简介</vt:lpstr>
      <vt:lpstr>第 2 章 预训练网络</vt:lpstr>
      <vt:lpstr>第 2 章 预训练网络</vt:lpstr>
      <vt:lpstr>第 2 章 预训练网络</vt:lpstr>
      <vt:lpstr>第 2 章 预训练网络</vt:lpstr>
      <vt:lpstr>第 2 章 预训练网络</vt:lpstr>
      <vt:lpstr>第 2 章 预训练网络</vt:lpstr>
      <vt:lpstr>第 2 章 预训练网络</vt:lpstr>
      <vt:lpstr>第 2 章 预训练网络</vt:lpstr>
      <vt:lpstr>第 2 章 预训练网络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第 3 章 从张量开始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Pytorch 深度学习实战</dc:title>
  <dc:creator>Microsoft Office User</dc:creator>
  <cp:lastModifiedBy>Microsoft Office User</cp:lastModifiedBy>
  <cp:revision>45</cp:revision>
  <dcterms:created xsi:type="dcterms:W3CDTF">2025-02-14T10:59:37Z</dcterms:created>
  <dcterms:modified xsi:type="dcterms:W3CDTF">2025-02-15T05:45:40Z</dcterms:modified>
</cp:coreProperties>
</file>